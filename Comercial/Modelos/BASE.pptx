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Sz cx="18288000" cy="10287000"/>
  <p:notesSz cx="6858000" cy="9144000"/>
  <p:embeddedFontLst>
    <p:embeddedFont>
      <p:font typeface="Leelawadee" panose="020B0502040204020203" pitchFamily="34" charset="-34"/>
      <p:regular r:id="rId2"/>
      <p:bold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68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394" y="84"/>
      </p:cViewPr>
      <p:guideLst>
        <p:guide orient="horz" pos="2568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2.fntdata"/><Relationship Id="rId7" Type="http://schemas.openxmlformats.org/officeDocument/2006/relationships/tableStyles" Target="tableStyles.xml"/><Relationship Id="rId2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8575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76600" y="4762500"/>
            <a:ext cx="11734800" cy="1600200"/>
          </a:xfrm>
          <a:prstGeom prst="rect">
            <a:avLst/>
          </a:prstGeom>
        </p:spPr>
        <p:txBody>
          <a:bodyPr/>
          <a:lstStyle>
            <a:lvl1pPr>
              <a:defRPr sz="4400" baseline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r>
              <a:rPr lang="pt-BR" sz="8000" b="1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Título</a:t>
            </a:r>
            <a:r>
              <a:rPr lang="pt-BR" sz="8000" b="1" baseline="0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 da apresentação</a:t>
            </a:r>
            <a:endParaRPr lang="pt-BR" sz="8000" b="1" dirty="0">
              <a:solidFill>
                <a:schemeClr val="bg1"/>
              </a:solidFill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8372668" y="8877300"/>
            <a:ext cx="15240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 baseline="0">
                <a:solidFill>
                  <a:schemeClr val="bg1"/>
                </a:solidFill>
                <a:latin typeface="Leelawadee" panose="020B0502040204020203" pitchFamily="34" charset="-34"/>
                <a:ea typeface="+mj-ea"/>
                <a:cs typeface="Leelawadee" panose="020B0502040204020203" pitchFamily="34" charset="-34"/>
              </a:defRPr>
            </a:lvl1pPr>
          </a:lstStyle>
          <a:p>
            <a:pPr algn="ctr"/>
            <a:r>
              <a:rPr lang="pt-BR" sz="3600" b="1" kern="1200" dirty="0">
                <a:solidFill>
                  <a:schemeClr val="bg1"/>
                </a:solidFill>
                <a:latin typeface="Leelawadee" panose="020B0502040204020203" pitchFamily="34" charset="-34"/>
                <a:ea typeface="+mn-ea"/>
                <a:cs typeface="Leelawadee" panose="020B0502040204020203" pitchFamily="34" charset="-34"/>
              </a:rPr>
              <a:t>2026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3781"/>
            <a:ext cx="18288000" cy="938719"/>
          </a:xfrm>
          <a:prstGeom prst="rect">
            <a:avLst/>
          </a:prstGeom>
        </p:spPr>
        <p:txBody>
          <a:bodyPr anchor="ctr"/>
          <a:lstStyle>
            <a:lvl1pPr>
              <a:defRPr sz="3000" baseline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do slide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19200" y="342900"/>
            <a:ext cx="15773400" cy="914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err="1"/>
              <a:t>Texto</a:t>
            </a:r>
            <a:r>
              <a:rPr lang="en-US" dirty="0"/>
              <a:t>: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r>
              <a:rPr lang="en-US" dirty="0" err="1"/>
              <a:t>Texto</a:t>
            </a:r>
            <a:r>
              <a:rPr lang="en-US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209800" y="2781300"/>
            <a:ext cx="4038600" cy="4525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err="1"/>
              <a:t>Texto</a:t>
            </a:r>
            <a:r>
              <a:rPr lang="en-US" dirty="0"/>
              <a:t>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887200" y="2933700"/>
            <a:ext cx="4038600" cy="4525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err="1"/>
              <a:t>Texto</a:t>
            </a:r>
            <a:r>
              <a:rPr lang="en-US" dirty="0"/>
              <a:t>: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</TotalTime>
  <Words>0</Words>
  <Application>Microsoft Office PowerPoint</Application>
  <PresentationFormat>Personalizar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0</vt:i4>
      </vt:variant>
    </vt:vector>
  </HeadingPairs>
  <TitlesOfParts>
    <vt:vector size="3" baseType="lpstr">
      <vt:lpstr>Arial</vt:lpstr>
      <vt:lpstr>Leelawadee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250203_modelo_apresentação</dc:title>
  <dc:creator>Gabriela Yara da Silva Carvalho</dc:creator>
  <cp:lastModifiedBy>1443</cp:lastModifiedBy>
  <cp:revision>37</cp:revision>
  <dcterms:created xsi:type="dcterms:W3CDTF">2006-08-16T00:00:00Z</dcterms:created>
  <dcterms:modified xsi:type="dcterms:W3CDTF">2026-03-23T19:55:49Z</dcterms:modified>
  <dc:identifier>DAGeEsGrbR8</dc:identifier>
</cp:coreProperties>
</file>