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0" r:id="rId1"/>
  </p:sldMaster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564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6" autoAdjust="0"/>
    <p:restoredTop sz="94660"/>
  </p:normalViewPr>
  <p:slideViewPr>
    <p:cSldViewPr snapToGrid="0">
      <p:cViewPr varScale="1">
        <p:scale>
          <a:sx n="133" d="100"/>
          <a:sy n="133" d="100"/>
        </p:scale>
        <p:origin x="2574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viewProps" Target="viewProps.xml"/><Relationship Id="rId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5" Type="http://schemas.openxmlformats.org/officeDocument/2006/relationships/tableStyles" Target="tableStyles.xml"/><Relationship Id="rId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hyperlink" Target="http://www.cipolatti.com.br/" TargetMode="External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gi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ici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7" descr="C:\Users\felipe_esotico\Desktop\Novo tamplete-apresentação-3.png">
            <a:extLst>
              <a:ext uri="{FF2B5EF4-FFF2-40B4-BE49-F238E27FC236}">
                <a16:creationId xmlns:a16="http://schemas.microsoft.com/office/drawing/2014/main" id="{E615BFDB-3158-A8B8-EE95-A5EB9731D31C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0" y="836564"/>
            <a:ext cx="9144000" cy="38149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9A45D940-E338-E30C-8D50-7500938F93E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707904" y="1909787"/>
            <a:ext cx="5436096" cy="1393887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>
                <a:solidFill>
                  <a:srgbClr val="00564E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pt-BR" sz="3800" b="0" dirty="0"/>
              <a:t>Nome do Tema</a:t>
            </a:r>
          </a:p>
        </p:txBody>
      </p:sp>
      <p:sp>
        <p:nvSpPr>
          <p:cNvPr id="4" name="Subtítulo 4">
            <a:extLst>
              <a:ext uri="{FF2B5EF4-FFF2-40B4-BE49-F238E27FC236}">
                <a16:creationId xmlns:a16="http://schemas.microsoft.com/office/drawing/2014/main" id="{91BEF66E-746A-ADCC-48BE-F35AF1B9416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909628" y="3075806"/>
            <a:ext cx="5032648" cy="504056"/>
          </a:xfrm>
          <a:prstGeom prst="rect">
            <a:avLst/>
          </a:prstGeom>
        </p:spPr>
        <p:txBody>
          <a:bodyPr anchor="ctr"/>
          <a:lstStyle>
            <a:lvl1pPr algn="ctr">
              <a:buFontTx/>
              <a:buNone/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pt-BR" sz="24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Nome do Shopping</a:t>
            </a:r>
          </a:p>
        </p:txBody>
      </p:sp>
    </p:spTree>
    <p:extLst>
      <p:ext uri="{BB962C8B-B14F-4D97-AF65-F5344CB8AC3E}">
        <p14:creationId xmlns:p14="http://schemas.microsoft.com/office/powerpoint/2010/main" val="13590492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6" dur="2000" fill="hold"/>
                                        <p:tgtEl>
                                          <p:spTgt spid="3"/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t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m 5" descr="Gráfico de barras comparando vendas mensais de três produtos diferentes, com barras coloridas em azul, vermelho e verde representando cada produto. Eixo vertical mostra valores de vendas e eixo horizontal meses do ano, destacando pico de vendas em junho para produto azul.&#10;&#10;O conteúdo gerado por IA pode estar incorreto.">
            <a:extLst>
              <a:ext uri="{FF2B5EF4-FFF2-40B4-BE49-F238E27FC236}">
                <a16:creationId xmlns:a16="http://schemas.microsoft.com/office/drawing/2014/main" id="{5F734387-32C3-6C5C-CA35-815A131BF2C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278"/>
            <a:ext cx="9144000" cy="360040"/>
          </a:xfrm>
          <a:prstGeom prst="rect">
            <a:avLst/>
          </a:prstGeom>
        </p:spPr>
      </p:pic>
      <p:sp>
        <p:nvSpPr>
          <p:cNvPr id="3" name="Título 2">
            <a:extLst>
              <a:ext uri="{FF2B5EF4-FFF2-40B4-BE49-F238E27FC236}">
                <a16:creationId xmlns:a16="http://schemas.microsoft.com/office/drawing/2014/main" id="{98138D87-1629-8345-666F-042627976D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6393"/>
            <a:ext cx="9144000" cy="296857"/>
          </a:xfrm>
          <a:prstGeom prst="rect">
            <a:avLst/>
          </a:prstGeom>
        </p:spPr>
        <p:txBody>
          <a:bodyPr anchor="ctr" anchorCtr="1">
            <a:normAutofit/>
          </a:bodyPr>
          <a:lstStyle>
            <a:lvl1pPr algn="ctr">
              <a:defRPr sz="160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pt-BR" dirty="0"/>
              <a:t>Clique para editar o título Mestre</a:t>
            </a:r>
          </a:p>
        </p:txBody>
      </p:sp>
    </p:spTree>
    <p:extLst>
      <p:ext uri="{BB962C8B-B14F-4D97-AF65-F5344CB8AC3E}">
        <p14:creationId xmlns:p14="http://schemas.microsoft.com/office/powerpoint/2010/main" val="23408820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formaca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C79696B3-2483-F37B-B219-5B8BAC03FC3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278"/>
            <a:ext cx="9144000" cy="360040"/>
          </a:xfrm>
          <a:prstGeom prst="rect">
            <a:avLst/>
          </a:prstGeom>
        </p:spPr>
      </p:pic>
      <p:sp>
        <p:nvSpPr>
          <p:cNvPr id="8" name="CaixaDeTexto 7">
            <a:extLst>
              <a:ext uri="{FF2B5EF4-FFF2-40B4-BE49-F238E27FC236}">
                <a16:creationId xmlns:a16="http://schemas.microsoft.com/office/drawing/2014/main" id="{8366433C-3FC0-32C3-457C-4C1BF2C1699E}"/>
              </a:ext>
            </a:extLst>
          </p:cNvPr>
          <p:cNvSpPr txBox="1">
            <a:spLocks/>
          </p:cNvSpPr>
          <p:nvPr userDrawn="1"/>
        </p:nvSpPr>
        <p:spPr>
          <a:xfrm>
            <a:off x="-1" y="771257"/>
            <a:ext cx="9143999" cy="2923877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marL="0" indent="0" algn="ctr">
              <a:buNone/>
            </a:pPr>
            <a:r>
              <a:rPr lang="pt-BR" sz="2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AUTORIA E EXCLUSIVIDADE:</a:t>
            </a:r>
          </a:p>
          <a:p>
            <a:pPr algn="ctr"/>
            <a:endParaRPr lang="pt-BR" sz="2100" dirty="0"/>
          </a:p>
          <a:p>
            <a:pPr marL="0" indent="0" algn="ctr">
              <a:buNone/>
            </a:pPr>
            <a:r>
              <a:rPr lang="pt-BR" sz="2000" dirty="0"/>
              <a:t>As imagens apresentadas nesta apresentação são de autoria única e exclusiva da </a:t>
            </a:r>
            <a:r>
              <a:rPr lang="pt-BR" sz="2000" dirty="0" err="1"/>
              <a:t>Cipolatti</a:t>
            </a:r>
            <a:r>
              <a:rPr lang="pt-BR" sz="2000" dirty="0"/>
              <a:t> &amp; </a:t>
            </a:r>
            <a:r>
              <a:rPr lang="pt-BR" sz="2000" dirty="0" err="1"/>
              <a:t>Cipolatti</a:t>
            </a:r>
            <a:r>
              <a:rPr lang="pt-BR" sz="2000" dirty="0"/>
              <a:t> e meramente ilustrativas.</a:t>
            </a:r>
          </a:p>
          <a:p>
            <a:pPr marL="0" indent="0" algn="ctr">
              <a:buNone/>
            </a:pPr>
            <a:r>
              <a:rPr lang="pt-BR" sz="2000" dirty="0"/>
              <a:t>É vedada a cópia do(s) projetos(s) apresentado(s), sem a devida e expressa autorização da autora, sujeita às penalidades previstas na lei.</a:t>
            </a:r>
          </a:p>
          <a:p>
            <a:pPr marL="0" indent="0" algn="ctr">
              <a:buNone/>
            </a:pPr>
            <a:endParaRPr lang="pt-BR" sz="2000" dirty="0"/>
          </a:p>
          <a:p>
            <a:pPr marL="0" indent="0" algn="ctr">
              <a:buNone/>
            </a:pPr>
            <a:endParaRPr lang="pt-BR" sz="2000" dirty="0"/>
          </a:p>
          <a:p>
            <a:pPr marL="0" indent="0" algn="ctr">
              <a:buNone/>
            </a:pPr>
            <a:r>
              <a:rPr lang="pt-BR" sz="2000" dirty="0"/>
              <a:t>Visite nosso site:  </a:t>
            </a:r>
            <a:r>
              <a:rPr lang="pt-BR" sz="2000" u="sng" dirty="0">
                <a:hlinkClick r:id="rId3"/>
              </a:rPr>
              <a:t>www.cipolatti.com.br</a:t>
            </a:r>
            <a:endParaRPr lang="pt-BR" sz="2000" u="sng" dirty="0"/>
          </a:p>
        </p:txBody>
      </p:sp>
    </p:spTree>
    <p:extLst>
      <p:ext uri="{BB962C8B-B14F-4D97-AF65-F5344CB8AC3E}">
        <p14:creationId xmlns:p14="http://schemas.microsoft.com/office/powerpoint/2010/main" val="4004424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cerrame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F:\LAYOUT\CATALOGOS\LOGO\LOGO.gif">
            <a:extLst>
              <a:ext uri="{FF2B5EF4-FFF2-40B4-BE49-F238E27FC236}">
                <a16:creationId xmlns:a16="http://schemas.microsoft.com/office/drawing/2014/main" id="{E37A5D8D-72BD-613E-2CE8-6499344FFAAC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7543" y="555526"/>
            <a:ext cx="8398083" cy="3600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757191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677406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  <p:sldLayoutId id="2147483663" r:id="rId2"/>
    <p:sldLayoutId id="2147483667" r:id="rId3"/>
    <p:sldLayoutId id="2147483665" r:id="rId4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pre-proposta">
  <a:themeElements>
    <a:clrScheme name="Tema do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Tema do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Tema do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105</TotalTime>
  <Words>0</Words>
  <Application>Microsoft Office PowerPoint</Application>
  <PresentationFormat>Apresentação na tela (16:9)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0</vt:i4>
      </vt:variant>
    </vt:vector>
  </HeadingPairs>
  <TitlesOfParts>
    <vt:vector size="3" baseType="lpstr">
      <vt:lpstr>Arial</vt:lpstr>
      <vt:lpstr>Calibri</vt:lpstr>
      <vt:lpstr>pre-proposta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1443</dc:creator>
  <cp:lastModifiedBy>1443</cp:lastModifiedBy>
  <cp:revision>19</cp:revision>
  <dcterms:created xsi:type="dcterms:W3CDTF">2026-03-23T20:39:21Z</dcterms:created>
  <dcterms:modified xsi:type="dcterms:W3CDTF">2026-03-27T20:10:36Z</dcterms:modified>
</cp:coreProperties>
</file>