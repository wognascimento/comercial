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25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polatti.com.br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felipe_esotico\Desktop\Novo tamplete-apresentação-3.png">
            <a:extLst>
              <a:ext uri="{FF2B5EF4-FFF2-40B4-BE49-F238E27FC236}">
                <a16:creationId xmlns:a16="http://schemas.microsoft.com/office/drawing/2014/main" id="{E615BFDB-3158-A8B8-EE95-A5EB9731D3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836564"/>
            <a:ext cx="9144000" cy="381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A45D940-E338-E30C-8D50-7500938F93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7904" y="1909787"/>
            <a:ext cx="5436096" cy="139388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>
                <a:solidFill>
                  <a:srgbClr val="0056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3800" b="0" dirty="0"/>
              <a:t>Nome do Tema</a:t>
            </a:r>
          </a:p>
        </p:txBody>
      </p:sp>
      <p:sp>
        <p:nvSpPr>
          <p:cNvPr id="4" name="Subtítulo 4">
            <a:extLst>
              <a:ext uri="{FF2B5EF4-FFF2-40B4-BE49-F238E27FC236}">
                <a16:creationId xmlns:a16="http://schemas.microsoft.com/office/drawing/2014/main" id="{91BEF66E-746A-ADCC-48BE-F35AF1B941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9628" y="3075806"/>
            <a:ext cx="5032648" cy="504056"/>
          </a:xfrm>
          <a:prstGeom prst="rect">
            <a:avLst/>
          </a:prstGeom>
        </p:spPr>
        <p:txBody>
          <a:bodyPr anchor="ctr"/>
          <a:lstStyle>
            <a:lvl1pPr algn="ctr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Nome do Shopping</a:t>
            </a:r>
          </a:p>
        </p:txBody>
      </p:sp>
    </p:spTree>
    <p:extLst>
      <p:ext uri="{BB962C8B-B14F-4D97-AF65-F5344CB8AC3E}">
        <p14:creationId xmlns:p14="http://schemas.microsoft.com/office/powerpoint/2010/main" val="135904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F734387-32C3-6C5C-CA35-815A131BF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8"/>
            <a:ext cx="9144000" cy="360040"/>
          </a:xfrm>
          <a:prstGeom prst="rect">
            <a:avLst/>
          </a:prstGeom>
        </p:spPr>
      </p:pic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E0730EB7-16F5-7B71-0841-268F32B12B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421"/>
            <a:ext cx="9150441" cy="33950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tabLst>
                <a:tab pos="6276975" algn="l"/>
              </a:tabLst>
              <a:defRPr sz="1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tabLst>
                <a:tab pos="7445375" algn="l"/>
              </a:tabLst>
              <a:defRPr/>
            </a:lvl3pPr>
          </a:lstStyle>
          <a:p>
            <a:pPr lvl="0"/>
            <a:r>
              <a:rPr lang="pt-BR" dirty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4088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a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9696B3-2483-F37B-B219-5B8BAC03F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8"/>
            <a:ext cx="9144000" cy="36004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366433C-3FC0-32C3-457C-4C1BF2C1699E}"/>
              </a:ext>
            </a:extLst>
          </p:cNvPr>
          <p:cNvSpPr txBox="1">
            <a:spLocks/>
          </p:cNvSpPr>
          <p:nvPr userDrawn="1"/>
        </p:nvSpPr>
        <p:spPr>
          <a:xfrm>
            <a:off x="-1" y="771257"/>
            <a:ext cx="9143999" cy="292387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AUTORIA E EXCLUSIVIDADE:</a:t>
            </a:r>
          </a:p>
          <a:p>
            <a:pPr algn="ctr"/>
            <a:endParaRPr lang="pt-BR" sz="2100" dirty="0"/>
          </a:p>
          <a:p>
            <a:pPr marL="0" indent="0" algn="ctr">
              <a:buNone/>
            </a:pPr>
            <a:r>
              <a:rPr lang="pt-BR" sz="2000" dirty="0"/>
              <a:t>As imagens apresentadas nesta apresentação são de autoria única e exclusiva da </a:t>
            </a:r>
            <a:r>
              <a:rPr lang="pt-BR" sz="2000" dirty="0" err="1"/>
              <a:t>Cipolatti</a:t>
            </a:r>
            <a:r>
              <a:rPr lang="pt-BR" sz="2000" dirty="0"/>
              <a:t> &amp; </a:t>
            </a:r>
            <a:r>
              <a:rPr lang="pt-BR" sz="2000" dirty="0" err="1"/>
              <a:t>Cipolatti</a:t>
            </a:r>
            <a:r>
              <a:rPr lang="pt-BR" sz="2000" dirty="0"/>
              <a:t> e meramente ilustrativas.</a:t>
            </a:r>
          </a:p>
          <a:p>
            <a:pPr marL="0" indent="0" algn="ctr">
              <a:buNone/>
            </a:pPr>
            <a:r>
              <a:rPr lang="pt-BR" sz="2000" dirty="0"/>
              <a:t>É vedada a cópia do(s) projetos(s) apresentado(s), sem a devida e expressa autorização da autora, sujeita às penalidades previstas na lei.</a:t>
            </a:r>
          </a:p>
          <a:p>
            <a:pPr marL="0" indent="0" algn="ctr">
              <a:buNone/>
            </a:pPr>
            <a:endParaRPr lang="pt-BR" sz="2000" dirty="0"/>
          </a:p>
          <a:p>
            <a:pPr marL="0" indent="0" algn="ctr">
              <a:buNone/>
            </a:pPr>
            <a:endParaRPr lang="pt-BR" sz="2000" dirty="0"/>
          </a:p>
          <a:p>
            <a:pPr marL="0" indent="0" algn="ctr">
              <a:buNone/>
            </a:pPr>
            <a:r>
              <a:rPr lang="pt-BR" sz="2000" dirty="0"/>
              <a:t>Visite nosso site:  </a:t>
            </a:r>
            <a:r>
              <a:rPr lang="pt-BR" sz="2000" u="sng" dirty="0">
                <a:hlinkClick r:id="rId3"/>
              </a:rPr>
              <a:t>www.cipolatti.com.br</a:t>
            </a:r>
            <a:endParaRPr lang="pt-BR" sz="2000" u="sng" dirty="0"/>
          </a:p>
        </p:txBody>
      </p:sp>
    </p:spTree>
    <p:extLst>
      <p:ext uri="{BB962C8B-B14F-4D97-AF65-F5344CB8AC3E}">
        <p14:creationId xmlns:p14="http://schemas.microsoft.com/office/powerpoint/2010/main" val="40044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:\LAYOUT\CATALOGOS\LOGO\LOGO.gif">
            <a:extLst>
              <a:ext uri="{FF2B5EF4-FFF2-40B4-BE49-F238E27FC236}">
                <a16:creationId xmlns:a16="http://schemas.microsoft.com/office/drawing/2014/main" id="{E37A5D8D-72BD-613E-2CE8-6499344FFA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555526"/>
            <a:ext cx="8398083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719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74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3" r:id="rId2"/>
    <p:sldLayoutId id="2147483667" r:id="rId3"/>
    <p:sldLayoutId id="2147483665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re-proposta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0</Words>
  <Application>Microsoft Office PowerPoint</Application>
  <PresentationFormat>Apresentação na tela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0</vt:i4>
      </vt:variant>
    </vt:vector>
  </HeadingPairs>
  <TitlesOfParts>
    <vt:vector size="3" baseType="lpstr">
      <vt:lpstr>Arial</vt:lpstr>
      <vt:lpstr>Calibri</vt:lpstr>
      <vt:lpstr>pre-proposta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1443</dc:creator>
  <cp:lastModifiedBy>1443</cp:lastModifiedBy>
  <cp:revision>9</cp:revision>
  <dcterms:created xsi:type="dcterms:W3CDTF">2026-03-23T20:39:21Z</dcterms:created>
  <dcterms:modified xsi:type="dcterms:W3CDTF">2026-03-23T22:24:26Z</dcterms:modified>
</cp:coreProperties>
</file>